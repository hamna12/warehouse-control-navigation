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9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5F5F5F"/>
                </a:solidFill>
                <a:latin typeface="Aptos"/>
              </a:defRPr>
            </a:pPr>
            <a:r>
              <a:t>WAREHOUSE ROBOTICS  /  FINAL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600" b="1">
                <a:solidFill>
                  <a:srgbClr val="0F0F0F"/>
                </a:solidFill>
                <a:latin typeface="Aptos"/>
              </a:defRPr>
            </a:pPr>
            <a:r>
              <a:t>CONTROL &amp;</a:t>
            </a:r>
          </a:p>
          <a:p>
            <a:pPr>
              <a:spcAft>
                <a:spcPts val="1200"/>
              </a:spcAft>
              <a:defRPr sz="4600" b="1">
                <a:solidFill>
                  <a:srgbClr val="0F0F0F"/>
                </a:solidFill>
                <a:latin typeface="Aptos"/>
              </a:defRPr>
            </a:pPr>
            <a:r>
              <a:t>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880360"/>
            <a:ext cx="1078992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182112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0F0F0F"/>
                </a:solidFill>
                <a:latin typeface="Aptos"/>
              </a:defRPr>
            </a:pPr>
            <a:r>
              <a:t>From our first robot to tested warehouse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NVIDIA Isaac Sim 5.1.0  ·  Python  ·  MobilityGen exploration</a:t>
            </a:r>
          </a:p>
        </p:txBody>
      </p:sp>
      <p:pic>
        <p:nvPicPr>
          <p:cNvPr id="7" name="Picture 6" descr="current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165230"/>
            <a:ext cx="4114800" cy="31335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0F0F"/>
                </a:solidFill>
                <a:latin typeface="Aptos"/>
              </a:defRPr>
            </a:pPr>
            <a:r>
              <a:t>Manual control → Autonomous planning → Carter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Our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Make a warehouse robot reach selected destinations with controlled movement.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ROBOT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7558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5574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KNOW THE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9316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7332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PLAN A 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1075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9091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CONTROL MOTION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2833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0849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VERIFY ARRIVAL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We focus on path planning, waypoint tracking, movement commands, and navigation feedback—not on claiming full perception or SLAM.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01  |  We started with our own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Our first milestone was a robot that could move reliably in simulation.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Custom four-wheel robot setup</a:t>
            </a: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Keyboard controls: W / A / S / D</a:t>
            </a: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Movement through Isaac Sim control graph</a:t>
            </a:r>
          </a:p>
        </p:txBody>
      </p:sp>
      <p:pic>
        <p:nvPicPr>
          <p:cNvPr id="8" name="Picture 7" descr="early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331720"/>
            <a:ext cx="6364223" cy="3977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02  |  We integrated the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Moving from a simple test scene to a realistic warehouse layout.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Loaded the supplied warehouse USD</a:t>
            </a: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Placed and tested the robot in the scene</a:t>
            </a: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Worked through startup, placement and alignment issues</a:t>
            </a:r>
          </a:p>
        </p:txBody>
      </p:sp>
      <p:pic>
        <p:nvPicPr>
          <p:cNvPr id="8" name="Picture 7" descr="early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2331720"/>
            <a:ext cx="614476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03  |  We explored camera and LiDAR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Sensor visualization was an early integration milestone.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977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Camera: robot/environment view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LiDAR: visible range rays and object interaction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These views were not yet used for automatic obstacle avoidance</a:t>
            </a:r>
          </a:p>
        </p:txBody>
      </p:sp>
      <p:pic>
        <p:nvPicPr>
          <p:cNvPr id="8" name="Picture 7" descr="early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33172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04  |  We added a Python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A first interface for controlling and documenting manual patrol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794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VS Code + Isaac Sim Python workflow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Patrol start/finish and checkpoint reports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Timestamped operator event log</a:t>
            </a:r>
          </a:p>
        </p:txBody>
      </p:sp>
      <p:pic>
        <p:nvPicPr>
          <p:cNvPr id="8" name="Picture 7" descr="early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331720"/>
            <a:ext cx="614476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05  |  The challenge: autonomous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Manual driving worked; autonomous commands needed additional engineering.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Wheel actuation was incomplete</a:t>
            </a: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Keyboard and Python could compete for wheel control</a:t>
            </a: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Straight-line goals could intersect warehouse racks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8346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OUR RESPONSE</a:t>
            </a:r>
          </a:p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Four-wheel actuation</a:t>
            </a:r>
          </a:p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Exclusive control ownership</a:t>
            </a:r>
          </a:p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Static-map A* route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06  |  We improved the original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Autonomous motion required coordinated wheel speeds and feedback.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ROBOT 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HEADING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0196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8212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LINEAR + ANGULAR 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7394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5410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WHEEL COMMANDS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The original IsaacBot used four-wheel skid-steer commands, speed limits, corner alignment, braking, and a clear switch between manual and autonomous modes.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07  |  We built A*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Plan around known obstacles rather than driving directly toward a goal.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Read static collision geometry from the USD scene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Create a navigable grid with obstacle clearance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Generate and follow safe waypoints</a:t>
            </a:r>
          </a:p>
        </p:txBody>
      </p:sp>
      <p:pic>
        <p:nvPicPr>
          <p:cNvPr id="8" name="Picture 7" descr="custo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03182"/>
            <a:ext cx="5943600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08  |  Original robot: measured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A separate, tested autonomous-navigation milestone.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custom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811" y="2331720"/>
            <a:ext cx="5747657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65176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2 / 2</a:t>
            </a: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waypoints reached</a:t>
            </a: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0.231 m</a:t>
            </a: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final goal error</a:t>
            </a: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12 / 12</a:t>
            </a:r>
          </a:p>
          <a:p>
            <a:pPr>
              <a:spcAft>
                <a:spcPts val="12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unit tests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5F5F5F"/>
                </a:solidFill>
                <a:latin typeface="Aptos"/>
              </a:defRPr>
            </a:pPr>
            <a:r>
              <a:t>These figures belong to the original IsaacBot implementation, not the later Carter setup.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09  |  We transitioned to MobilityGen / Carter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Following the team lead's direction, we explored NVIDIA's mobility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Moved beyond our initial custom robot setup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Integrated a Carter-based robot into the warehouse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Used mobility/map-related tools as a starting point</a:t>
            </a:r>
          </a:p>
        </p:txBody>
      </p:sp>
      <p:pic>
        <p:nvPicPr>
          <p:cNvPr id="8" name="Picture 7" descr="curren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983" y="2331720"/>
            <a:ext cx="636491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10  |  We also tried the official ROS 2 tutorial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A parallel experiment with ROS 2, Nav2 and RViz2.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ISAAC SIM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2998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ROS 2 BRIDGE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0196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8212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NAV2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7394" y="2926080"/>
            <a:ext cx="260832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5410" y="3163824"/>
            <a:ext cx="235229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RVIZ2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We followed NVIDIA's Isaac Sim 5.1.0 ROS 2 Navigation tutorial and displayed the warehouse occupancy map in RViz2. Full goal navigation was not validated.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11  |  Why we did not use Nav2 in the final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Integration issues made the ROS 2 route difficult to demonstrate reliably.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RViz2 repeatedly froze or became unresponsive.</a:t>
            </a:r>
          </a:p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Isaac Sim and RViz2 together placed a heavy load on the laptop.</a:t>
            </a:r>
          </a:p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Simulation-clock synchronization was intermittently unreliable.</a:t>
            </a:r>
          </a:p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We preserved that experiment and continued with a working in-simulator approach.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12  |  Our current working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Custom Python navigation directly in Isaac Sim; ROS 2 Nav2 is not in this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SELECT GOAL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7558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5574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OCCUPANCY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9316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7332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A* PLANNER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1075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9091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MOTION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2833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0849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CARTER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The controller uses simulator-provided robot pose as feedback and adjusts linear velocity (forward speed) and angular velocity (turning).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13  |  Known warehouse occupancy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Black: racks/obstacles  ·  White: available space  ·  Green: planned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The map represents the warehouse from above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The planner routes through available aisles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This is known-map navigation, not live SLAM</a:t>
            </a:r>
          </a:p>
        </p:txBody>
      </p:sp>
      <p:pic>
        <p:nvPicPr>
          <p:cNvPr id="8" name="Picture 7" descr="current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33172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14  |  Control &amp; Navigation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One panel to set goals, execute missions and see progress.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Go to goal / add waypoint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Run queue / save and load mission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Pause, resume, cancel, E-STOP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Live pose, speed and route display</a:t>
            </a:r>
          </a:p>
        </p:txBody>
      </p:sp>
      <p:pic>
        <p:nvPicPr>
          <p:cNvPr id="8" name="Picture 7" descr="curren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33172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15  |  Test A: waypoint mission completed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The Carter-based navigation controller reached both requested waypoints.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Two goals in a queue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Robot rotated, moved and stopped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UI reported: SUCCEEDED — all waypoints reached</a:t>
            </a:r>
          </a:p>
        </p:txBody>
      </p:sp>
      <p:pic>
        <p:nvPicPr>
          <p:cNvPr id="8" name="Picture 7" descr="curren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33172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16  |  Test B: longer-distance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Goal at Y = 8.0 m, with successful completion shown in the interface.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Moved beyond the short initial test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Followed the aisle toward the goal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Stopped near the destination</a:t>
            </a:r>
          </a:p>
        </p:txBody>
      </p:sp>
      <p:pic>
        <p:nvPicPr>
          <p:cNvPr id="8" name="Picture 7" descr="curren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33172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17  |  Test C: route between 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A more realistic warehouse route with a visible turn.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840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Selected a goal between warehouse racks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Green path turns through available space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Robot observed following the planned route</a:t>
            </a:r>
          </a:p>
        </p:txBody>
      </p:sp>
      <p:pic>
        <p:nvPicPr>
          <p:cNvPr id="8" name="Picture 7" descr="curren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2331720"/>
            <a:ext cx="6217920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6217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5F5F5F"/>
                </a:solidFill>
                <a:latin typeface="Aptos"/>
              </a:defRPr>
            </a:pPr>
            <a:r>
              <a:t>Screenshot documents navigation in progress; final arrival for this run is not shown.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18  |  What we demonstrated — and what we did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Accurate technical scope for the final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IMPLEMENTED / OBSERVED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Manual robot movement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Earlier IsaacBot A* navigation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Carter map-based goal navigation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Completed waypoint missions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Longer-distance movement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Navigation interface +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NOT VALIDATED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4754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Full ROS 2 Nav2 goal execution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Live LiDAR obstacle avoidance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SLAM or sensor-based localization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Dynamic obstacle replanning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Continuous patrol endurance</a:t>
            </a:r>
          </a:p>
          <a:p>
            <a:pPr>
              <a:spcAft>
                <a:spcPts val="12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VLA policy integration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19  |  Final project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Our Control &amp; Navigation contribution, end to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67558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5574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9316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7332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DEBUG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1075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9091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2833" y="2926080"/>
            <a:ext cx="2062886" cy="1051560"/>
          </a:xfrm>
          <a:prstGeom prst="roundRect">
            <a:avLst/>
          </a:prstGeom>
          <a:solidFill>
            <a:srgbClr val="F6F6F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0849" y="3163824"/>
            <a:ext cx="180685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0F0F"/>
                </a:solidFill>
                <a:latin typeface="Aptos"/>
              </a:defRPr>
            </a:pPr>
            <a:r>
              <a:t>DEMONSTRATE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6177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F0F0F"/>
                </a:solidFill>
                <a:latin typeface="Aptos"/>
              </a:defRPr>
            </a:pPr>
            <a:r>
              <a:t>We progressed from a manually driven robot to tested map-based autonomous navigation, explored MobilityGen and ROS 2, and delivered a working Carter navigation demonstration in Isaac Sim.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5F5F5F"/>
                </a:solidFill>
                <a:latin typeface="Aptos"/>
              </a:defRPr>
            </a:pPr>
            <a:r>
              <a:t>CONTROL &amp;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0F0F0F"/>
                </a:solidFill>
                <a:latin typeface="Aptos"/>
              </a:defRPr>
            </a:pPr>
            <a:r>
              <a:t>References &amp; implementation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5F5F5F"/>
                </a:solidFill>
                <a:latin typeface="Aptos"/>
              </a:defRPr>
            </a:pPr>
            <a:r>
              <a:t>Technical documentation and the project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48256"/>
            <a:ext cx="10927080" cy="16459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10241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NVIDIA Isaac Sim 5.1.0 — ROS 2 Navigation Tutorial</a:t>
            </a:r>
          </a:p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https://docs.isaacsim.omniverse.nvidia.com/5.1.0/ros2_tutorials/tutorial_ros2_navigation.html</a:t>
            </a:r>
          </a:p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GitHub — warehouse-control-navigation</a:t>
            </a:r>
          </a:p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https://github.com/Hamna12/warehouse-control-navigation</a:t>
            </a:r>
          </a:p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Source material: Control_Navigation_Progress1, Control_Navigation_Progress2, and latest Carter demonstration screenshots.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A5A5A"/>
                </a:solidFill>
                <a:latin typeface="Aptos"/>
              </a:defRPr>
            </a:pPr>
            <a:r>
              <a:t>CONTROL &amp; NAVIGATION  /  LATEST ROS 2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A0A0A"/>
                </a:solidFill>
                <a:latin typeface="Aptos"/>
              </a:defRPr>
            </a:pPr>
            <a:r>
              <a:t>Last-minute progress: ROS 2 sample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A5A5A"/>
                </a:solidFill>
                <a:latin typeface="Aptos"/>
              </a:defRPr>
            </a:pPr>
            <a:r>
              <a:t>Isaac Sim 5.1.0  +  RViz2  +  Nova Carter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93392"/>
            <a:ext cx="10927080" cy="1645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(20261016-14472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5" y="2331720"/>
            <a:ext cx="6144768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0" y="246888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  <a:r>
              <a:t>WHAT IS VISIBLE</a:t>
            </a: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  <a:r>
              <a:t>• Official ROS 2 sample scene</a:t>
            </a: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  <a:r>
              <a:t>• Nova Carter in Isaac Sim</a:t>
            </a: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  <a:r>
              <a:t>• RViz2 occupancy map</a:t>
            </a: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  <a:r>
              <a:t>• LiDAR visualization</a:t>
            </a: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</a:p>
          <a:p>
            <a:pPr>
              <a:defRPr sz="1700" b="0">
                <a:solidFill>
                  <a:srgbClr val="0A0A0A"/>
                </a:solidFill>
                <a:latin typeface="Aptos"/>
              </a:defRPr>
            </a:pPr>
            <a:r>
              <a:t>• Camera image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29107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A5A5A"/>
                </a:solidFill>
                <a:latin typeface="Aptos"/>
              </a:defRPr>
            </a:pPr>
            <a:r>
              <a:t>Verified here: ROS 2 visualization and sample integration. Nav2 goal completion is not shown in this screenshot.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